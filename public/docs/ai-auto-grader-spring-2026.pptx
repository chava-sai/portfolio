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4"/>
    <p:sldMasterId id="2147483682" r:id="rId5"/>
    <p:sldMasterId id="2147483683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y="5143500" cx="9144000"/>
  <p:notesSz cx="6858000" cy="9144000"/>
  <p:embeddedFontLst>
    <p:embeddedFont>
      <p:font typeface="Quattrocento Sans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QuattrocentoSans-bold.fntdata"/><Relationship Id="rId11" Type="http://schemas.openxmlformats.org/officeDocument/2006/relationships/slide" Target="slides/slide4.xml"/><Relationship Id="rId22" Type="http://schemas.openxmlformats.org/officeDocument/2006/relationships/font" Target="fonts/QuattrocentoSans-boldItalic.fntdata"/><Relationship Id="rId10" Type="http://schemas.openxmlformats.org/officeDocument/2006/relationships/slide" Target="slides/slide3.xml"/><Relationship Id="rId21" Type="http://schemas.openxmlformats.org/officeDocument/2006/relationships/font" Target="fonts/QuattrocentoSans-italic.fntdata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5" Type="http://schemas.openxmlformats.org/officeDocument/2006/relationships/slideMaster" Target="slideMasters/slideMaster2.xml"/><Relationship Id="rId19" Type="http://schemas.openxmlformats.org/officeDocument/2006/relationships/font" Target="fonts/QuattrocentoSans-regular.fntdata"/><Relationship Id="rId6" Type="http://schemas.openxmlformats.org/officeDocument/2006/relationships/slideMaster" Target="slideMasters/slideMaster3.xml"/><Relationship Id="rId18" Type="http://schemas.openxmlformats.org/officeDocument/2006/relationships/slide" Target="slides/slide1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55c971d6a7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g355c971d6a7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7" name="Google Shape;237;g355c971d6a7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81e01ceaf9_0_1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g381e01ceaf9_0_1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g381e01ceaf9_0_11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81e01ceaf9_0_2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81e01ceaf9_0_2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8237656ca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8237656ca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81e01ceaf9_0_2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81e01ceaf9_0_2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c930a0a125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c930a0a125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c930a0a12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c930a0a12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c930a0a125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c930a0a125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c930a0a125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3c930a0a125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930a0a125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930a0a125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8237656ca4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38237656ca4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/>
          <p:nvPr/>
        </p:nvSpPr>
        <p:spPr>
          <a:xfrm>
            <a:off x="2381" y="4800600"/>
            <a:ext cx="9141600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14"/>
          <p:cNvSpPr/>
          <p:nvPr/>
        </p:nvSpPr>
        <p:spPr>
          <a:xfrm>
            <a:off x="11" y="4750737"/>
            <a:ext cx="9141600" cy="4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14"/>
          <p:cNvSpPr txBox="1"/>
          <p:nvPr>
            <p:ph type="ctrTitle"/>
          </p:nvPr>
        </p:nvSpPr>
        <p:spPr>
          <a:xfrm>
            <a:off x="822960" y="569214"/>
            <a:ext cx="7543800" cy="26745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Calibri"/>
              <a:buNone/>
              <a:defRPr sz="6000">
                <a:solidFill>
                  <a:srgbClr val="26262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Google Shape;63;p14"/>
          <p:cNvSpPr txBox="1"/>
          <p:nvPr>
            <p:ph idx="1" type="subTitle"/>
          </p:nvPr>
        </p:nvSpPr>
        <p:spPr>
          <a:xfrm>
            <a:off x="825038" y="3341715"/>
            <a:ext cx="7543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800"/>
              <a:buNone/>
              <a:defRPr sz="18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64" name="Google Shape;64;p14"/>
          <p:cNvSpPr txBox="1"/>
          <p:nvPr>
            <p:ph idx="10" type="dt"/>
          </p:nvPr>
        </p:nvSpPr>
        <p:spPr>
          <a:xfrm>
            <a:off x="822960" y="4844839"/>
            <a:ext cx="1854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4"/>
          <p:cNvSpPr txBox="1"/>
          <p:nvPr>
            <p:ph idx="11" type="ftr"/>
          </p:nvPr>
        </p:nvSpPr>
        <p:spPr>
          <a:xfrm>
            <a:off x="2764639" y="4844839"/>
            <a:ext cx="361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4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67" name="Google Shape;67;p14"/>
          <p:cNvCxnSpPr/>
          <p:nvPr/>
        </p:nvCxnSpPr>
        <p:spPr>
          <a:xfrm>
            <a:off x="905743" y="3257550"/>
            <a:ext cx="740640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1" type="body"/>
          </p:nvPr>
        </p:nvSpPr>
        <p:spPr>
          <a:xfrm>
            <a:off x="822960" y="1384300"/>
            <a:ext cx="7543800" cy="30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◦"/>
              <a:defRPr/>
            </a:lvl2pPr>
            <a:lvl3pPr indent="-3175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3pPr>
            <a:lvl4pPr indent="-3175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4pPr>
            <a:lvl5pPr indent="-3175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71" name="Google Shape;71;p15"/>
          <p:cNvSpPr txBox="1"/>
          <p:nvPr>
            <p:ph idx="10" type="dt"/>
          </p:nvPr>
        </p:nvSpPr>
        <p:spPr>
          <a:xfrm>
            <a:off x="822960" y="4844839"/>
            <a:ext cx="1854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5"/>
          <p:cNvSpPr txBox="1"/>
          <p:nvPr>
            <p:ph idx="11" type="ftr"/>
          </p:nvPr>
        </p:nvSpPr>
        <p:spPr>
          <a:xfrm>
            <a:off x="2764639" y="4844839"/>
            <a:ext cx="361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5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bg>
      <p:bgPr>
        <a:solidFill>
          <a:schemeClr val="lt1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/>
          <p:nvPr/>
        </p:nvSpPr>
        <p:spPr>
          <a:xfrm>
            <a:off x="2381" y="4800600"/>
            <a:ext cx="9141600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6"/>
          <p:cNvSpPr/>
          <p:nvPr/>
        </p:nvSpPr>
        <p:spPr>
          <a:xfrm>
            <a:off x="11" y="4750737"/>
            <a:ext cx="9141600" cy="4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16"/>
          <p:cNvSpPr txBox="1"/>
          <p:nvPr>
            <p:ph type="title"/>
          </p:nvPr>
        </p:nvSpPr>
        <p:spPr>
          <a:xfrm>
            <a:off x="822960" y="569214"/>
            <a:ext cx="7543800" cy="26745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Calibri"/>
              <a:buNone/>
              <a:defRPr b="0" sz="6000">
                <a:solidFill>
                  <a:srgbClr val="26262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Google Shape;78;p16"/>
          <p:cNvSpPr txBox="1"/>
          <p:nvPr>
            <p:ph idx="1" type="body"/>
          </p:nvPr>
        </p:nvSpPr>
        <p:spPr>
          <a:xfrm>
            <a:off x="822960" y="3339846"/>
            <a:ext cx="7543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800"/>
              <a:buNone/>
              <a:defRPr sz="18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9" name="Google Shape;79;p16"/>
          <p:cNvSpPr txBox="1"/>
          <p:nvPr>
            <p:ph idx="10" type="dt"/>
          </p:nvPr>
        </p:nvSpPr>
        <p:spPr>
          <a:xfrm>
            <a:off x="822960" y="4844839"/>
            <a:ext cx="1854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6"/>
          <p:cNvSpPr txBox="1"/>
          <p:nvPr>
            <p:ph idx="11" type="ftr"/>
          </p:nvPr>
        </p:nvSpPr>
        <p:spPr>
          <a:xfrm>
            <a:off x="2764639" y="4844839"/>
            <a:ext cx="361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1" name="Google Shape;81;p16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6"/>
          <p:cNvCxnSpPr/>
          <p:nvPr/>
        </p:nvCxnSpPr>
        <p:spPr>
          <a:xfrm>
            <a:off x="905743" y="3257550"/>
            <a:ext cx="740640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5" name="Google Shape;85;p17"/>
          <p:cNvSpPr txBox="1"/>
          <p:nvPr>
            <p:ph idx="1" type="body"/>
          </p:nvPr>
        </p:nvSpPr>
        <p:spPr>
          <a:xfrm>
            <a:off x="822959" y="1384300"/>
            <a:ext cx="3703200" cy="30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◦"/>
              <a:defRPr/>
            </a:lvl2pPr>
            <a:lvl3pPr indent="-3175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3pPr>
            <a:lvl4pPr indent="-3175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4pPr>
            <a:lvl5pPr indent="-3175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86" name="Google Shape;86;p17"/>
          <p:cNvSpPr txBox="1"/>
          <p:nvPr>
            <p:ph idx="2" type="body"/>
          </p:nvPr>
        </p:nvSpPr>
        <p:spPr>
          <a:xfrm>
            <a:off x="4663440" y="1384301"/>
            <a:ext cx="3703200" cy="30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◦"/>
              <a:defRPr/>
            </a:lvl2pPr>
            <a:lvl3pPr indent="-3175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3pPr>
            <a:lvl4pPr indent="-3175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4pPr>
            <a:lvl5pPr indent="-3175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87" name="Google Shape;87;p17"/>
          <p:cNvSpPr txBox="1"/>
          <p:nvPr>
            <p:ph idx="10" type="dt"/>
          </p:nvPr>
        </p:nvSpPr>
        <p:spPr>
          <a:xfrm>
            <a:off x="822960" y="4844839"/>
            <a:ext cx="1854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7"/>
          <p:cNvSpPr txBox="1"/>
          <p:nvPr>
            <p:ph idx="11" type="ftr"/>
          </p:nvPr>
        </p:nvSpPr>
        <p:spPr>
          <a:xfrm>
            <a:off x="2764639" y="4844839"/>
            <a:ext cx="361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7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8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8"/>
          <p:cNvSpPr txBox="1"/>
          <p:nvPr>
            <p:ph idx="1" type="body"/>
          </p:nvPr>
        </p:nvSpPr>
        <p:spPr>
          <a:xfrm>
            <a:off x="822960" y="1384539"/>
            <a:ext cx="3703200" cy="55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500"/>
              <a:buNone/>
              <a:defRPr b="0" sz="1500" cap="none">
                <a:solidFill>
                  <a:schemeClr val="dk2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200"/>
              <a:buNone/>
              <a:defRPr b="1" sz="1200"/>
            </a:lvl9pPr>
          </a:lstStyle>
          <a:p/>
        </p:txBody>
      </p:sp>
      <p:sp>
        <p:nvSpPr>
          <p:cNvPr id="93" name="Google Shape;93;p18"/>
          <p:cNvSpPr txBox="1"/>
          <p:nvPr>
            <p:ph idx="2" type="body"/>
          </p:nvPr>
        </p:nvSpPr>
        <p:spPr>
          <a:xfrm>
            <a:off x="822960" y="1936750"/>
            <a:ext cx="3703200" cy="25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◦"/>
              <a:defRPr/>
            </a:lvl2pPr>
            <a:lvl3pPr indent="-3175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3pPr>
            <a:lvl4pPr indent="-3175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4pPr>
            <a:lvl5pPr indent="-3175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94" name="Google Shape;94;p18"/>
          <p:cNvSpPr txBox="1"/>
          <p:nvPr>
            <p:ph idx="3" type="body"/>
          </p:nvPr>
        </p:nvSpPr>
        <p:spPr>
          <a:xfrm>
            <a:off x="4663440" y="1384539"/>
            <a:ext cx="3703200" cy="55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500"/>
              <a:buNone/>
              <a:defRPr b="0" sz="1500" cap="none">
                <a:solidFill>
                  <a:schemeClr val="dk2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200"/>
              <a:buNone/>
              <a:defRPr b="1" sz="1200"/>
            </a:lvl9pPr>
          </a:lstStyle>
          <a:p/>
        </p:txBody>
      </p:sp>
      <p:sp>
        <p:nvSpPr>
          <p:cNvPr id="95" name="Google Shape;95;p18"/>
          <p:cNvSpPr txBox="1"/>
          <p:nvPr>
            <p:ph idx="4" type="body"/>
          </p:nvPr>
        </p:nvSpPr>
        <p:spPr>
          <a:xfrm>
            <a:off x="4663440" y="1936750"/>
            <a:ext cx="3703200" cy="25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◦"/>
              <a:defRPr/>
            </a:lvl2pPr>
            <a:lvl3pPr indent="-3175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3pPr>
            <a:lvl4pPr indent="-3175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4pPr>
            <a:lvl5pPr indent="-3175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96" name="Google Shape;96;p18"/>
          <p:cNvSpPr txBox="1"/>
          <p:nvPr>
            <p:ph idx="10" type="dt"/>
          </p:nvPr>
        </p:nvSpPr>
        <p:spPr>
          <a:xfrm>
            <a:off x="822960" y="4844839"/>
            <a:ext cx="1854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18"/>
          <p:cNvSpPr txBox="1"/>
          <p:nvPr>
            <p:ph idx="11" type="ftr"/>
          </p:nvPr>
        </p:nvSpPr>
        <p:spPr>
          <a:xfrm>
            <a:off x="2764639" y="4844839"/>
            <a:ext cx="361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18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19"/>
          <p:cNvSpPr txBox="1"/>
          <p:nvPr>
            <p:ph idx="10" type="dt"/>
          </p:nvPr>
        </p:nvSpPr>
        <p:spPr>
          <a:xfrm>
            <a:off x="822960" y="4844839"/>
            <a:ext cx="1854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2" name="Google Shape;102;p19"/>
          <p:cNvSpPr txBox="1"/>
          <p:nvPr>
            <p:ph idx="11" type="ftr"/>
          </p:nvPr>
        </p:nvSpPr>
        <p:spPr>
          <a:xfrm>
            <a:off x="2764639" y="4844839"/>
            <a:ext cx="361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3" name="Google Shape;103;p19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0"/>
          <p:cNvSpPr/>
          <p:nvPr/>
        </p:nvSpPr>
        <p:spPr>
          <a:xfrm>
            <a:off x="2381" y="4800600"/>
            <a:ext cx="9141600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20"/>
          <p:cNvSpPr/>
          <p:nvPr/>
        </p:nvSpPr>
        <p:spPr>
          <a:xfrm>
            <a:off x="11" y="4750737"/>
            <a:ext cx="9141600" cy="4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0"/>
          <p:cNvSpPr txBox="1"/>
          <p:nvPr>
            <p:ph idx="10" type="dt"/>
          </p:nvPr>
        </p:nvSpPr>
        <p:spPr>
          <a:xfrm>
            <a:off x="822960" y="4844839"/>
            <a:ext cx="1854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0"/>
          <p:cNvSpPr txBox="1"/>
          <p:nvPr>
            <p:ph idx="11" type="ftr"/>
          </p:nvPr>
        </p:nvSpPr>
        <p:spPr>
          <a:xfrm>
            <a:off x="2764639" y="4844839"/>
            <a:ext cx="361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20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showMasterSp="0" type="objTx">
  <p:cSld name="OBJECT_WITH_CAPTION_TEXT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1"/>
          <p:cNvSpPr/>
          <p:nvPr/>
        </p:nvSpPr>
        <p:spPr>
          <a:xfrm>
            <a:off x="12" y="0"/>
            <a:ext cx="30381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1"/>
          <p:cNvSpPr/>
          <p:nvPr/>
        </p:nvSpPr>
        <p:spPr>
          <a:xfrm>
            <a:off x="3030053" y="0"/>
            <a:ext cx="48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21"/>
          <p:cNvSpPr txBox="1"/>
          <p:nvPr>
            <p:ph type="title"/>
          </p:nvPr>
        </p:nvSpPr>
        <p:spPr>
          <a:xfrm>
            <a:off x="342900" y="445769"/>
            <a:ext cx="2400300" cy="17145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Calibri"/>
              <a:buNone/>
              <a:defRPr b="0" sz="27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4" name="Google Shape;114;p21"/>
          <p:cNvSpPr txBox="1"/>
          <p:nvPr>
            <p:ph idx="1" type="body"/>
          </p:nvPr>
        </p:nvSpPr>
        <p:spPr>
          <a:xfrm>
            <a:off x="3600450" y="548640"/>
            <a:ext cx="4869300" cy="39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◦"/>
              <a:defRPr/>
            </a:lvl2pPr>
            <a:lvl3pPr indent="-3175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3pPr>
            <a:lvl4pPr indent="-3175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4pPr>
            <a:lvl5pPr indent="-3175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115" name="Google Shape;115;p21"/>
          <p:cNvSpPr txBox="1"/>
          <p:nvPr>
            <p:ph idx="2" type="body"/>
          </p:nvPr>
        </p:nvSpPr>
        <p:spPr>
          <a:xfrm>
            <a:off x="342900" y="2194560"/>
            <a:ext cx="2400300" cy="253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FFFFFF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900"/>
            </a:lvl2pPr>
            <a:lvl3pPr indent="-2286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None/>
              <a:defRPr sz="800"/>
            </a:lvl3pPr>
            <a:lvl4pPr indent="-2286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4pPr>
            <a:lvl5pPr indent="-2286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16" name="Google Shape;116;p21"/>
          <p:cNvSpPr txBox="1"/>
          <p:nvPr>
            <p:ph idx="10" type="dt"/>
          </p:nvPr>
        </p:nvSpPr>
        <p:spPr>
          <a:xfrm>
            <a:off x="349134" y="4844839"/>
            <a:ext cx="1963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1"/>
          <p:cNvSpPr txBox="1"/>
          <p:nvPr>
            <p:ph idx="11" type="ftr"/>
          </p:nvPr>
        </p:nvSpPr>
        <p:spPr>
          <a:xfrm>
            <a:off x="3600450" y="4844839"/>
            <a:ext cx="348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1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2"/>
          <p:cNvSpPr/>
          <p:nvPr/>
        </p:nvSpPr>
        <p:spPr>
          <a:xfrm>
            <a:off x="0" y="3714750"/>
            <a:ext cx="9141600" cy="1428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22"/>
          <p:cNvSpPr/>
          <p:nvPr/>
        </p:nvSpPr>
        <p:spPr>
          <a:xfrm>
            <a:off x="11" y="3686307"/>
            <a:ext cx="9141600" cy="4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22"/>
          <p:cNvSpPr txBox="1"/>
          <p:nvPr>
            <p:ph type="title"/>
          </p:nvPr>
        </p:nvSpPr>
        <p:spPr>
          <a:xfrm>
            <a:off x="822960" y="3806190"/>
            <a:ext cx="75849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68575" spcFirstLastPara="1" rIns="68575" wrap="square" tIns="0">
            <a:no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Calibri"/>
              <a:buNone/>
              <a:defRPr b="0" sz="27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2"/>
          <p:cNvSpPr/>
          <p:nvPr>
            <p:ph idx="2" type="pic"/>
          </p:nvPr>
        </p:nvSpPr>
        <p:spPr>
          <a:xfrm>
            <a:off x="11" y="0"/>
            <a:ext cx="9144000" cy="3686400"/>
          </a:xfrm>
          <a:prstGeom prst="rect">
            <a:avLst/>
          </a:prstGeom>
          <a:noFill/>
          <a:ln>
            <a:noFill/>
          </a:ln>
        </p:spPr>
      </p:sp>
      <p:sp>
        <p:nvSpPr>
          <p:cNvPr id="124" name="Google Shape;124;p22"/>
          <p:cNvSpPr txBox="1"/>
          <p:nvPr>
            <p:ph idx="1" type="body"/>
          </p:nvPr>
        </p:nvSpPr>
        <p:spPr>
          <a:xfrm>
            <a:off x="822960" y="4430267"/>
            <a:ext cx="75849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8575" spcFirstLastPara="1" rIns="68575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FFFFFF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900"/>
              <a:buNone/>
              <a:defRPr sz="900"/>
            </a:lvl2pPr>
            <a:lvl3pPr indent="-2286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None/>
              <a:defRPr sz="800"/>
            </a:lvl3pPr>
            <a:lvl4pPr indent="-2286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4pPr>
            <a:lvl5pPr indent="-2286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25" name="Google Shape;125;p22"/>
          <p:cNvSpPr txBox="1"/>
          <p:nvPr>
            <p:ph idx="10" type="dt"/>
          </p:nvPr>
        </p:nvSpPr>
        <p:spPr>
          <a:xfrm>
            <a:off x="822960" y="4844839"/>
            <a:ext cx="1854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6" name="Google Shape;126;p22"/>
          <p:cNvSpPr txBox="1"/>
          <p:nvPr>
            <p:ph idx="11" type="ftr"/>
          </p:nvPr>
        </p:nvSpPr>
        <p:spPr>
          <a:xfrm>
            <a:off x="2764639" y="4844839"/>
            <a:ext cx="361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7" name="Google Shape;127;p22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3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0" name="Google Shape;130;p23"/>
          <p:cNvSpPr txBox="1"/>
          <p:nvPr>
            <p:ph idx="1" type="body"/>
          </p:nvPr>
        </p:nvSpPr>
        <p:spPr>
          <a:xfrm rot="5400000">
            <a:off x="3086160" y="-878900"/>
            <a:ext cx="3017400" cy="75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4275" spcFirstLastPara="1" rIns="34275" wrap="square" tIns="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◦"/>
              <a:defRPr/>
            </a:lvl2pPr>
            <a:lvl3pPr indent="-3175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3pPr>
            <a:lvl4pPr indent="-3175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4pPr>
            <a:lvl5pPr indent="-3175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131" name="Google Shape;131;p23"/>
          <p:cNvSpPr txBox="1"/>
          <p:nvPr>
            <p:ph idx="10" type="dt"/>
          </p:nvPr>
        </p:nvSpPr>
        <p:spPr>
          <a:xfrm>
            <a:off x="822960" y="4844839"/>
            <a:ext cx="1854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2" name="Google Shape;132;p23"/>
          <p:cNvSpPr txBox="1"/>
          <p:nvPr>
            <p:ph idx="11" type="ftr"/>
          </p:nvPr>
        </p:nvSpPr>
        <p:spPr>
          <a:xfrm>
            <a:off x="2764639" y="4844839"/>
            <a:ext cx="361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3" name="Google Shape;133;p23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4"/>
          <p:cNvSpPr/>
          <p:nvPr/>
        </p:nvSpPr>
        <p:spPr>
          <a:xfrm>
            <a:off x="2381" y="4800600"/>
            <a:ext cx="9141600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24"/>
          <p:cNvSpPr/>
          <p:nvPr/>
        </p:nvSpPr>
        <p:spPr>
          <a:xfrm>
            <a:off x="11" y="4750737"/>
            <a:ext cx="9141600" cy="4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24"/>
          <p:cNvSpPr txBox="1"/>
          <p:nvPr>
            <p:ph type="title"/>
          </p:nvPr>
        </p:nvSpPr>
        <p:spPr>
          <a:xfrm rot="5400000">
            <a:off x="5370600" y="1484234"/>
            <a:ext cx="4317900" cy="1971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 rot="5400000">
            <a:off x="1370025" y="-430367"/>
            <a:ext cx="4317900" cy="58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4275" spcFirstLastPara="1" rIns="34275" wrap="square" tIns="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◦"/>
              <a:defRPr/>
            </a:lvl2pPr>
            <a:lvl3pPr indent="-3175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3pPr>
            <a:lvl4pPr indent="-3175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4pPr>
            <a:lvl5pPr indent="-3175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139" name="Google Shape;139;p24"/>
          <p:cNvSpPr txBox="1"/>
          <p:nvPr>
            <p:ph idx="10" type="dt"/>
          </p:nvPr>
        </p:nvSpPr>
        <p:spPr>
          <a:xfrm>
            <a:off x="822960" y="4844839"/>
            <a:ext cx="1854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4"/>
          <p:cNvSpPr txBox="1"/>
          <p:nvPr>
            <p:ph idx="11" type="ftr"/>
          </p:nvPr>
        </p:nvSpPr>
        <p:spPr>
          <a:xfrm>
            <a:off x="2764639" y="4844839"/>
            <a:ext cx="361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1" name="Google Shape;141;p24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2381" y="4800600"/>
            <a:ext cx="9141600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26"/>
          <p:cNvSpPr/>
          <p:nvPr/>
        </p:nvSpPr>
        <p:spPr>
          <a:xfrm>
            <a:off x="11" y="4750737"/>
            <a:ext cx="9141600" cy="4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26"/>
          <p:cNvSpPr txBox="1"/>
          <p:nvPr>
            <p:ph type="ctrTitle"/>
          </p:nvPr>
        </p:nvSpPr>
        <p:spPr>
          <a:xfrm>
            <a:off x="822960" y="569214"/>
            <a:ext cx="7543800" cy="26745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Calibri"/>
              <a:buNone/>
              <a:defRPr sz="60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5" name="Google Shape;155;p26"/>
          <p:cNvSpPr txBox="1"/>
          <p:nvPr>
            <p:ph idx="1" type="subTitle"/>
          </p:nvPr>
        </p:nvSpPr>
        <p:spPr>
          <a:xfrm>
            <a:off x="825038" y="3341715"/>
            <a:ext cx="7543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800"/>
              <a:buNone/>
              <a:defRPr sz="18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156" name="Google Shape;156;p26"/>
          <p:cNvSpPr txBox="1"/>
          <p:nvPr>
            <p:ph idx="10" type="dt"/>
          </p:nvPr>
        </p:nvSpPr>
        <p:spPr>
          <a:xfrm>
            <a:off x="822960" y="4844839"/>
            <a:ext cx="1854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7" name="Google Shape;157;p26"/>
          <p:cNvSpPr txBox="1"/>
          <p:nvPr>
            <p:ph idx="11" type="ftr"/>
          </p:nvPr>
        </p:nvSpPr>
        <p:spPr>
          <a:xfrm>
            <a:off x="2764639" y="4844839"/>
            <a:ext cx="361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8" name="Google Shape;158;p26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59" name="Google Shape;159;p26"/>
          <p:cNvCxnSpPr/>
          <p:nvPr/>
        </p:nvCxnSpPr>
        <p:spPr>
          <a:xfrm>
            <a:off x="905743" y="3257550"/>
            <a:ext cx="7406400" cy="0"/>
          </a:xfrm>
          <a:prstGeom prst="straightConnector1">
            <a:avLst/>
          </a:prstGeom>
          <a:noFill/>
          <a:ln cap="flat" cmpd="sng" w="7150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7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2" name="Google Shape;162;p27"/>
          <p:cNvSpPr txBox="1"/>
          <p:nvPr>
            <p:ph idx="1" type="body"/>
          </p:nvPr>
        </p:nvSpPr>
        <p:spPr>
          <a:xfrm>
            <a:off x="822960" y="1384300"/>
            <a:ext cx="7543800" cy="30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◦"/>
              <a:defRPr/>
            </a:lvl2pPr>
            <a:lvl3pPr indent="-3175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3pPr>
            <a:lvl4pPr indent="-3175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4pPr>
            <a:lvl5pPr indent="-3175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163" name="Google Shape;163;p27"/>
          <p:cNvSpPr txBox="1"/>
          <p:nvPr>
            <p:ph idx="10" type="dt"/>
          </p:nvPr>
        </p:nvSpPr>
        <p:spPr>
          <a:xfrm>
            <a:off x="822960" y="4844839"/>
            <a:ext cx="1854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4" name="Google Shape;164;p27"/>
          <p:cNvSpPr txBox="1"/>
          <p:nvPr>
            <p:ph idx="11" type="ftr"/>
          </p:nvPr>
        </p:nvSpPr>
        <p:spPr>
          <a:xfrm>
            <a:off x="2764639" y="4844839"/>
            <a:ext cx="361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5" name="Google Shape;165;p27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bg>
      <p:bgPr>
        <a:solidFill>
          <a:schemeClr val="lt1"/>
        </a:soli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8"/>
          <p:cNvSpPr/>
          <p:nvPr/>
        </p:nvSpPr>
        <p:spPr>
          <a:xfrm>
            <a:off x="2381" y="4800600"/>
            <a:ext cx="9141600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28"/>
          <p:cNvSpPr/>
          <p:nvPr/>
        </p:nvSpPr>
        <p:spPr>
          <a:xfrm>
            <a:off x="11" y="4750737"/>
            <a:ext cx="9141600" cy="4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28"/>
          <p:cNvSpPr txBox="1"/>
          <p:nvPr>
            <p:ph type="title"/>
          </p:nvPr>
        </p:nvSpPr>
        <p:spPr>
          <a:xfrm>
            <a:off x="822960" y="569214"/>
            <a:ext cx="7543800" cy="26745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Calibri"/>
              <a:buNone/>
              <a:defRPr b="0" sz="60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0" name="Google Shape;170;p28"/>
          <p:cNvSpPr txBox="1"/>
          <p:nvPr>
            <p:ph idx="1" type="body"/>
          </p:nvPr>
        </p:nvSpPr>
        <p:spPr>
          <a:xfrm>
            <a:off x="822960" y="3339846"/>
            <a:ext cx="7543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800"/>
              <a:buNone/>
              <a:defRPr sz="18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71" name="Google Shape;171;p28"/>
          <p:cNvSpPr txBox="1"/>
          <p:nvPr>
            <p:ph idx="10" type="dt"/>
          </p:nvPr>
        </p:nvSpPr>
        <p:spPr>
          <a:xfrm>
            <a:off x="822960" y="4844839"/>
            <a:ext cx="1854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2" name="Google Shape;172;p28"/>
          <p:cNvSpPr txBox="1"/>
          <p:nvPr>
            <p:ph idx="11" type="ftr"/>
          </p:nvPr>
        </p:nvSpPr>
        <p:spPr>
          <a:xfrm>
            <a:off x="2764639" y="4844839"/>
            <a:ext cx="361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3" name="Google Shape;173;p28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74" name="Google Shape;174;p28"/>
          <p:cNvCxnSpPr/>
          <p:nvPr/>
        </p:nvCxnSpPr>
        <p:spPr>
          <a:xfrm>
            <a:off x="905743" y="3257550"/>
            <a:ext cx="7406400" cy="0"/>
          </a:xfrm>
          <a:prstGeom prst="straightConnector1">
            <a:avLst/>
          </a:prstGeom>
          <a:noFill/>
          <a:ln cap="flat" cmpd="sng" w="7150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9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7" name="Google Shape;177;p29"/>
          <p:cNvSpPr txBox="1"/>
          <p:nvPr>
            <p:ph idx="1" type="body"/>
          </p:nvPr>
        </p:nvSpPr>
        <p:spPr>
          <a:xfrm>
            <a:off x="822959" y="1384300"/>
            <a:ext cx="3703200" cy="30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◦"/>
              <a:defRPr/>
            </a:lvl2pPr>
            <a:lvl3pPr indent="-3175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3pPr>
            <a:lvl4pPr indent="-3175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4pPr>
            <a:lvl5pPr indent="-3175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178" name="Google Shape;178;p29"/>
          <p:cNvSpPr txBox="1"/>
          <p:nvPr>
            <p:ph idx="2" type="body"/>
          </p:nvPr>
        </p:nvSpPr>
        <p:spPr>
          <a:xfrm>
            <a:off x="4663440" y="1384301"/>
            <a:ext cx="3703200" cy="30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◦"/>
              <a:defRPr/>
            </a:lvl2pPr>
            <a:lvl3pPr indent="-3175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3pPr>
            <a:lvl4pPr indent="-3175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4pPr>
            <a:lvl5pPr indent="-3175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179" name="Google Shape;179;p29"/>
          <p:cNvSpPr txBox="1"/>
          <p:nvPr>
            <p:ph idx="10" type="dt"/>
          </p:nvPr>
        </p:nvSpPr>
        <p:spPr>
          <a:xfrm>
            <a:off x="822960" y="4844839"/>
            <a:ext cx="1854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0" name="Google Shape;180;p29"/>
          <p:cNvSpPr txBox="1"/>
          <p:nvPr>
            <p:ph idx="11" type="ftr"/>
          </p:nvPr>
        </p:nvSpPr>
        <p:spPr>
          <a:xfrm>
            <a:off x="2764639" y="4844839"/>
            <a:ext cx="361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1" name="Google Shape;181;p29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822960" y="1384539"/>
            <a:ext cx="3703200" cy="55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500"/>
              <a:buNone/>
              <a:defRPr b="0" sz="1500" cap="none">
                <a:solidFill>
                  <a:schemeClr val="dk2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200"/>
              <a:buNone/>
              <a:defRPr b="1" sz="1200"/>
            </a:lvl9pPr>
          </a:lstStyle>
          <a:p/>
        </p:txBody>
      </p:sp>
      <p:sp>
        <p:nvSpPr>
          <p:cNvPr id="185" name="Google Shape;185;p30"/>
          <p:cNvSpPr txBox="1"/>
          <p:nvPr>
            <p:ph idx="2" type="body"/>
          </p:nvPr>
        </p:nvSpPr>
        <p:spPr>
          <a:xfrm>
            <a:off x="822960" y="1936750"/>
            <a:ext cx="3703200" cy="25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◦"/>
              <a:defRPr/>
            </a:lvl2pPr>
            <a:lvl3pPr indent="-3175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3pPr>
            <a:lvl4pPr indent="-3175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4pPr>
            <a:lvl5pPr indent="-3175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186" name="Google Shape;186;p30"/>
          <p:cNvSpPr txBox="1"/>
          <p:nvPr>
            <p:ph idx="3" type="body"/>
          </p:nvPr>
        </p:nvSpPr>
        <p:spPr>
          <a:xfrm>
            <a:off x="4663440" y="1384539"/>
            <a:ext cx="3703200" cy="55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500"/>
              <a:buNone/>
              <a:defRPr b="0" sz="1500" cap="none">
                <a:solidFill>
                  <a:schemeClr val="dk2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200"/>
              <a:buNone/>
              <a:defRPr b="1" sz="1200"/>
            </a:lvl9pPr>
          </a:lstStyle>
          <a:p/>
        </p:txBody>
      </p:sp>
      <p:sp>
        <p:nvSpPr>
          <p:cNvPr id="187" name="Google Shape;187;p30"/>
          <p:cNvSpPr txBox="1"/>
          <p:nvPr>
            <p:ph idx="4" type="body"/>
          </p:nvPr>
        </p:nvSpPr>
        <p:spPr>
          <a:xfrm>
            <a:off x="4663440" y="1936750"/>
            <a:ext cx="3703200" cy="25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◦"/>
              <a:defRPr/>
            </a:lvl2pPr>
            <a:lvl3pPr indent="-3175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3pPr>
            <a:lvl4pPr indent="-3175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4pPr>
            <a:lvl5pPr indent="-3175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188" name="Google Shape;188;p30"/>
          <p:cNvSpPr txBox="1"/>
          <p:nvPr>
            <p:ph idx="10" type="dt"/>
          </p:nvPr>
        </p:nvSpPr>
        <p:spPr>
          <a:xfrm>
            <a:off x="822960" y="4844839"/>
            <a:ext cx="1854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9" name="Google Shape;189;p30"/>
          <p:cNvSpPr txBox="1"/>
          <p:nvPr>
            <p:ph idx="11" type="ftr"/>
          </p:nvPr>
        </p:nvSpPr>
        <p:spPr>
          <a:xfrm>
            <a:off x="2764639" y="4844839"/>
            <a:ext cx="361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0" name="Google Shape;190;p30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1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3" name="Google Shape;193;p31"/>
          <p:cNvSpPr txBox="1"/>
          <p:nvPr>
            <p:ph idx="10" type="dt"/>
          </p:nvPr>
        </p:nvSpPr>
        <p:spPr>
          <a:xfrm>
            <a:off x="822960" y="4844839"/>
            <a:ext cx="1854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4" name="Google Shape;194;p31"/>
          <p:cNvSpPr txBox="1"/>
          <p:nvPr>
            <p:ph idx="11" type="ftr"/>
          </p:nvPr>
        </p:nvSpPr>
        <p:spPr>
          <a:xfrm>
            <a:off x="2764639" y="4844839"/>
            <a:ext cx="361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5" name="Google Shape;195;p31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/>
          <p:nvPr/>
        </p:nvSpPr>
        <p:spPr>
          <a:xfrm>
            <a:off x="2381" y="4800600"/>
            <a:ext cx="9141600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32"/>
          <p:cNvSpPr/>
          <p:nvPr/>
        </p:nvSpPr>
        <p:spPr>
          <a:xfrm>
            <a:off x="11" y="4750737"/>
            <a:ext cx="9141600" cy="4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32"/>
          <p:cNvSpPr txBox="1"/>
          <p:nvPr>
            <p:ph idx="10" type="dt"/>
          </p:nvPr>
        </p:nvSpPr>
        <p:spPr>
          <a:xfrm>
            <a:off x="822960" y="4844839"/>
            <a:ext cx="1854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00" name="Google Shape;200;p32"/>
          <p:cNvSpPr txBox="1"/>
          <p:nvPr>
            <p:ph idx="11" type="ftr"/>
          </p:nvPr>
        </p:nvSpPr>
        <p:spPr>
          <a:xfrm>
            <a:off x="2764639" y="4844839"/>
            <a:ext cx="361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01" name="Google Shape;201;p32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showMasterSp="0" type="objTx">
  <p:cSld name="OBJECT_WITH_CAPTION_TEXT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3"/>
          <p:cNvSpPr/>
          <p:nvPr/>
        </p:nvSpPr>
        <p:spPr>
          <a:xfrm>
            <a:off x="12" y="0"/>
            <a:ext cx="30381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33"/>
          <p:cNvSpPr/>
          <p:nvPr/>
        </p:nvSpPr>
        <p:spPr>
          <a:xfrm>
            <a:off x="3030053" y="0"/>
            <a:ext cx="48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33"/>
          <p:cNvSpPr txBox="1"/>
          <p:nvPr>
            <p:ph type="title"/>
          </p:nvPr>
        </p:nvSpPr>
        <p:spPr>
          <a:xfrm>
            <a:off x="342900" y="445769"/>
            <a:ext cx="2400300" cy="17145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Calibri"/>
              <a:buNone/>
              <a:defRPr b="0" sz="27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06" name="Google Shape;206;p33"/>
          <p:cNvSpPr txBox="1"/>
          <p:nvPr>
            <p:ph idx="1" type="body"/>
          </p:nvPr>
        </p:nvSpPr>
        <p:spPr>
          <a:xfrm>
            <a:off x="3600450" y="548640"/>
            <a:ext cx="4869300" cy="39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◦"/>
              <a:defRPr/>
            </a:lvl2pPr>
            <a:lvl3pPr indent="-3175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3pPr>
            <a:lvl4pPr indent="-3175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4pPr>
            <a:lvl5pPr indent="-3175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207" name="Google Shape;207;p33"/>
          <p:cNvSpPr txBox="1"/>
          <p:nvPr>
            <p:ph idx="2" type="body"/>
          </p:nvPr>
        </p:nvSpPr>
        <p:spPr>
          <a:xfrm>
            <a:off x="342900" y="2194560"/>
            <a:ext cx="2400300" cy="253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FFFFFF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900"/>
            </a:lvl2pPr>
            <a:lvl3pPr indent="-2286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None/>
              <a:defRPr sz="800"/>
            </a:lvl3pPr>
            <a:lvl4pPr indent="-2286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4pPr>
            <a:lvl5pPr indent="-2286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208" name="Google Shape;208;p33"/>
          <p:cNvSpPr txBox="1"/>
          <p:nvPr>
            <p:ph idx="10" type="dt"/>
          </p:nvPr>
        </p:nvSpPr>
        <p:spPr>
          <a:xfrm>
            <a:off x="349134" y="4844839"/>
            <a:ext cx="1963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09" name="Google Shape;209;p33"/>
          <p:cNvSpPr txBox="1"/>
          <p:nvPr>
            <p:ph idx="11" type="ftr"/>
          </p:nvPr>
        </p:nvSpPr>
        <p:spPr>
          <a:xfrm>
            <a:off x="3600450" y="4844839"/>
            <a:ext cx="348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dk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0" name="Google Shape;210;p33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4"/>
          <p:cNvSpPr/>
          <p:nvPr/>
        </p:nvSpPr>
        <p:spPr>
          <a:xfrm>
            <a:off x="0" y="3714750"/>
            <a:ext cx="9141600" cy="1428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34"/>
          <p:cNvSpPr/>
          <p:nvPr/>
        </p:nvSpPr>
        <p:spPr>
          <a:xfrm>
            <a:off x="11" y="3686307"/>
            <a:ext cx="9141600" cy="4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34"/>
          <p:cNvSpPr txBox="1"/>
          <p:nvPr>
            <p:ph type="title"/>
          </p:nvPr>
        </p:nvSpPr>
        <p:spPr>
          <a:xfrm>
            <a:off x="822960" y="3806190"/>
            <a:ext cx="75849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68575" spcFirstLastPara="1" rIns="68575" wrap="square" tIns="0">
            <a:no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Calibri"/>
              <a:buNone/>
              <a:defRPr b="0" sz="27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id="215" name="Google Shape;215;p34"/>
          <p:cNvPicPr preferRelativeResize="0"/>
          <p:nvPr>
            <p:ph idx="2" type="pic"/>
          </p:nvPr>
        </p:nvPicPr>
        <p:blipFill/>
        <p:spPr>
          <a:xfrm>
            <a:off x="11" y="0"/>
            <a:ext cx="9144000" cy="36864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</p:pic>
      <p:sp>
        <p:nvSpPr>
          <p:cNvPr id="216" name="Google Shape;216;p34"/>
          <p:cNvSpPr txBox="1"/>
          <p:nvPr>
            <p:ph idx="1" type="body"/>
          </p:nvPr>
        </p:nvSpPr>
        <p:spPr>
          <a:xfrm>
            <a:off x="822960" y="4430267"/>
            <a:ext cx="75849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8575" spcFirstLastPara="1" rIns="68575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FFFFFF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900"/>
              <a:buNone/>
              <a:defRPr sz="900"/>
            </a:lvl2pPr>
            <a:lvl3pPr indent="-2286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None/>
              <a:defRPr sz="800"/>
            </a:lvl3pPr>
            <a:lvl4pPr indent="-2286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4pPr>
            <a:lvl5pPr indent="-2286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217" name="Google Shape;217;p34"/>
          <p:cNvSpPr txBox="1"/>
          <p:nvPr>
            <p:ph idx="10" type="dt"/>
          </p:nvPr>
        </p:nvSpPr>
        <p:spPr>
          <a:xfrm>
            <a:off x="822960" y="4844839"/>
            <a:ext cx="1854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8" name="Google Shape;218;p34"/>
          <p:cNvSpPr txBox="1"/>
          <p:nvPr>
            <p:ph idx="11" type="ftr"/>
          </p:nvPr>
        </p:nvSpPr>
        <p:spPr>
          <a:xfrm>
            <a:off x="2764639" y="4844839"/>
            <a:ext cx="361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9" name="Google Shape;219;p34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5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2" name="Google Shape;222;p35"/>
          <p:cNvSpPr txBox="1"/>
          <p:nvPr>
            <p:ph idx="1" type="body"/>
          </p:nvPr>
        </p:nvSpPr>
        <p:spPr>
          <a:xfrm rot="5400000">
            <a:off x="3086160" y="-878900"/>
            <a:ext cx="3017400" cy="75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4275" spcFirstLastPara="1" rIns="34275" wrap="square" tIns="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◦"/>
              <a:defRPr/>
            </a:lvl2pPr>
            <a:lvl3pPr indent="-3175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3pPr>
            <a:lvl4pPr indent="-3175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4pPr>
            <a:lvl5pPr indent="-3175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223" name="Google Shape;223;p35"/>
          <p:cNvSpPr txBox="1"/>
          <p:nvPr>
            <p:ph idx="10" type="dt"/>
          </p:nvPr>
        </p:nvSpPr>
        <p:spPr>
          <a:xfrm>
            <a:off x="822960" y="4844839"/>
            <a:ext cx="1854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4" name="Google Shape;224;p35"/>
          <p:cNvSpPr txBox="1"/>
          <p:nvPr>
            <p:ph idx="11" type="ftr"/>
          </p:nvPr>
        </p:nvSpPr>
        <p:spPr>
          <a:xfrm>
            <a:off x="2764639" y="4844839"/>
            <a:ext cx="361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5" name="Google Shape;225;p35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6"/>
          <p:cNvSpPr/>
          <p:nvPr/>
        </p:nvSpPr>
        <p:spPr>
          <a:xfrm>
            <a:off x="2381" y="4800600"/>
            <a:ext cx="9141600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36"/>
          <p:cNvSpPr/>
          <p:nvPr/>
        </p:nvSpPr>
        <p:spPr>
          <a:xfrm>
            <a:off x="11" y="4750737"/>
            <a:ext cx="9141600" cy="4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36"/>
          <p:cNvSpPr txBox="1"/>
          <p:nvPr>
            <p:ph type="title"/>
          </p:nvPr>
        </p:nvSpPr>
        <p:spPr>
          <a:xfrm rot="5400000">
            <a:off x="5370600" y="1484234"/>
            <a:ext cx="4317900" cy="1971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30" name="Google Shape;230;p36"/>
          <p:cNvSpPr txBox="1"/>
          <p:nvPr>
            <p:ph idx="1" type="body"/>
          </p:nvPr>
        </p:nvSpPr>
        <p:spPr>
          <a:xfrm rot="5400000">
            <a:off x="1370025" y="-430367"/>
            <a:ext cx="4317900" cy="58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4275" spcFirstLastPara="1" rIns="34275" wrap="square" tIns="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◦"/>
              <a:defRPr/>
            </a:lvl2pPr>
            <a:lvl3pPr indent="-3175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3pPr>
            <a:lvl4pPr indent="-3175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4pPr>
            <a:lvl5pPr indent="-3175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231" name="Google Shape;231;p36"/>
          <p:cNvSpPr txBox="1"/>
          <p:nvPr>
            <p:ph idx="10" type="dt"/>
          </p:nvPr>
        </p:nvSpPr>
        <p:spPr>
          <a:xfrm>
            <a:off x="822960" y="4844839"/>
            <a:ext cx="1854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32" name="Google Shape;232;p36"/>
          <p:cNvSpPr txBox="1"/>
          <p:nvPr>
            <p:ph idx="11" type="ftr"/>
          </p:nvPr>
        </p:nvSpPr>
        <p:spPr>
          <a:xfrm>
            <a:off x="2764639" y="4844839"/>
            <a:ext cx="361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33" name="Google Shape;233;p36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2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/>
          <p:nvPr/>
        </p:nvSpPr>
        <p:spPr>
          <a:xfrm>
            <a:off x="1" y="4800600"/>
            <a:ext cx="9144000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3"/>
          <p:cNvSpPr/>
          <p:nvPr/>
        </p:nvSpPr>
        <p:spPr>
          <a:xfrm>
            <a:off x="0" y="4750737"/>
            <a:ext cx="9144000" cy="49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3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marR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  <a:defRPr b="0" i="0" sz="36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" type="body"/>
          </p:nvPr>
        </p:nvSpPr>
        <p:spPr>
          <a:xfrm>
            <a:off x="822960" y="1384300"/>
            <a:ext cx="7543800" cy="30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/>
          </a:bodyPr>
          <a:lstStyle>
            <a:lvl1pPr indent="-323850" lvl="0" marL="457200" marR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Char char=" "/>
              <a:defRPr b="0" i="0" sz="15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marR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i="0" sz="14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98450" lvl="2" marL="1371600" marR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 marR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 marR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8450" lvl="5" marL="2743200" marR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8450" lvl="6" marL="3200400" marR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8450" lvl="7" marL="3657600" marR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8450" lvl="8" marL="4114800" marR="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0" type="dt"/>
          </p:nvPr>
        </p:nvSpPr>
        <p:spPr>
          <a:xfrm>
            <a:off x="822960" y="4844839"/>
            <a:ext cx="1854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" name="Google Shape;56;p13"/>
          <p:cNvSpPr txBox="1"/>
          <p:nvPr>
            <p:ph idx="11" type="ftr"/>
          </p:nvPr>
        </p:nvSpPr>
        <p:spPr>
          <a:xfrm>
            <a:off x="2764639" y="4844839"/>
            <a:ext cx="361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58" name="Google Shape;58;p13"/>
          <p:cNvCxnSpPr/>
          <p:nvPr/>
        </p:nvCxnSpPr>
        <p:spPr>
          <a:xfrm>
            <a:off x="895149" y="1303384"/>
            <a:ext cx="747510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1" y="4800600"/>
            <a:ext cx="9144000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25"/>
          <p:cNvSpPr/>
          <p:nvPr/>
        </p:nvSpPr>
        <p:spPr>
          <a:xfrm>
            <a:off x="0" y="4750737"/>
            <a:ext cx="9144000" cy="49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25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marR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  <a:defRPr b="0" i="0" sz="36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46" name="Google Shape;146;p25"/>
          <p:cNvSpPr txBox="1"/>
          <p:nvPr>
            <p:ph idx="1" type="body"/>
          </p:nvPr>
        </p:nvSpPr>
        <p:spPr>
          <a:xfrm>
            <a:off x="822960" y="1384300"/>
            <a:ext cx="7543800" cy="30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/>
          </a:bodyPr>
          <a:lstStyle>
            <a:lvl1pPr indent="-323850" lvl="0" marL="457200" marR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Char char=" "/>
              <a:defRPr b="0" i="0" sz="15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marR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i="0" sz="14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98450" lvl="2" marL="1371600" marR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 marR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 marR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8450" lvl="5" marL="2743200" marR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8450" lvl="6" marL="3200400" marR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8450" lvl="7" marL="3657600" marR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8450" lvl="8" marL="4114800" marR="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7" name="Google Shape;147;p25"/>
          <p:cNvSpPr txBox="1"/>
          <p:nvPr>
            <p:ph idx="10" type="dt"/>
          </p:nvPr>
        </p:nvSpPr>
        <p:spPr>
          <a:xfrm>
            <a:off x="822960" y="4844839"/>
            <a:ext cx="1854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1" type="ftr"/>
          </p:nvPr>
        </p:nvSpPr>
        <p:spPr>
          <a:xfrm>
            <a:off x="2764639" y="4844839"/>
            <a:ext cx="361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9" name="Google Shape;149;p25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50" name="Google Shape;150;p25"/>
          <p:cNvCxnSpPr/>
          <p:nvPr/>
        </p:nvCxnSpPr>
        <p:spPr>
          <a:xfrm>
            <a:off x="895149" y="1303384"/>
            <a:ext cx="7475100" cy="0"/>
          </a:xfrm>
          <a:prstGeom prst="straightConnector1">
            <a:avLst/>
          </a:prstGeom>
          <a:noFill/>
          <a:ln cap="flat" cmpd="sng" w="7150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drive.google.com/drive/folders/1mFX7GnBOmTYKx-BRdpIO1PomG12bqbos?usp=drive_link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7"/>
          <p:cNvSpPr txBox="1"/>
          <p:nvPr>
            <p:ph type="ctrTitle"/>
          </p:nvPr>
        </p:nvSpPr>
        <p:spPr>
          <a:xfrm>
            <a:off x="1143000" y="69988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Calibri"/>
              <a:buNone/>
            </a:pPr>
            <a:r>
              <a:rPr lang="en"/>
              <a:t>MET ETI, Spark and CS581 Collaboration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76470"/>
              <a:buFont typeface="Calibri"/>
              <a:buNone/>
            </a:pPr>
            <a:r>
              <a:rPr lang="en" sz="3400"/>
              <a:t>02-18-26</a:t>
            </a:r>
            <a:endParaRPr sz="3400"/>
          </a:p>
        </p:txBody>
      </p:sp>
      <p:sp>
        <p:nvSpPr>
          <p:cNvPr id="240" name="Google Shape;240;p37"/>
          <p:cNvSpPr txBox="1"/>
          <p:nvPr>
            <p:ph idx="1" type="subTitle"/>
          </p:nvPr>
        </p:nvSpPr>
        <p:spPr>
          <a:xfrm>
            <a:off x="1143000" y="3623811"/>
            <a:ext cx="6858000" cy="73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" sz="1400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COURTNEY PIKE</a:t>
            </a:r>
            <a:br>
              <a:rPr b="0" i="0" lang="en" sz="1400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" sz="1400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OFFICE OF EDUCATIONAL TECHNOLOGY AND INNOVATION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" sz="1400">
                <a:solidFill>
                  <a:srgbClr val="2F5496"/>
                </a:solidFill>
              </a:rPr>
              <a:t>BOSTON UNIVERSITY METROPOLITAN COLLEGE</a:t>
            </a:r>
            <a:endParaRPr b="0" i="0" sz="1400">
              <a:solidFill>
                <a:srgbClr val="24242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37"/>
          <p:cNvSpPr txBox="1"/>
          <p:nvPr/>
        </p:nvSpPr>
        <p:spPr>
          <a:xfrm>
            <a:off x="1143000" y="2392951"/>
            <a:ext cx="6858000" cy="7335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42424"/>
              </a:buClr>
              <a:buSzPts val="2100"/>
              <a:buFont typeface="Quattrocento Sans"/>
              <a:buNone/>
            </a:pPr>
            <a:r>
              <a:rPr i="0" lang="en" sz="2000" u="none" cap="none" strike="noStrike">
                <a:solidFill>
                  <a:srgbClr val="24242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AI- Assisted </a:t>
            </a:r>
            <a:r>
              <a:rPr lang="en" sz="2000">
                <a:solidFill>
                  <a:srgbClr val="24242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Scoring </a:t>
            </a:r>
            <a:r>
              <a:rPr i="0" lang="en" sz="2000" u="none" cap="none" strike="noStrike">
                <a:solidFill>
                  <a:srgbClr val="24242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Tool for Short Quiz Answers</a:t>
            </a:r>
            <a:r>
              <a:rPr lang="en" sz="2000">
                <a:solidFill>
                  <a:srgbClr val="24242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and Assignments</a:t>
            </a:r>
            <a:endParaRPr sz="2000">
              <a:solidFill>
                <a:srgbClr val="242424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8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</a:pPr>
            <a:r>
              <a:rPr lang="en"/>
              <a:t>Introduction</a:t>
            </a:r>
            <a:endParaRPr/>
          </a:p>
        </p:txBody>
      </p:sp>
      <p:sp>
        <p:nvSpPr>
          <p:cNvPr id="248" name="Google Shape;248;p38"/>
          <p:cNvSpPr txBox="1"/>
          <p:nvPr>
            <p:ph idx="1" type="body"/>
          </p:nvPr>
        </p:nvSpPr>
        <p:spPr>
          <a:xfrm>
            <a:off x="822960" y="1384300"/>
            <a:ext cx="7543800" cy="30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 fontScale="92500" lnSpcReduction="20000"/>
          </a:bodyPr>
          <a:lstStyle/>
          <a:p>
            <a:pPr indent="-88106" lvl="0" marL="635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"/>
              <a:t> ETI is collaborating with Michael Levinger and his MET CS 581 Team to develop a functional AI assisted grading tool for his course</a:t>
            </a:r>
            <a:endParaRPr/>
          </a:p>
          <a:p>
            <a:pPr indent="-133032" lvl="1" marL="29210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ct val="100000"/>
              <a:buFont typeface="Courier New"/>
              <a:buChar char="○"/>
            </a:pPr>
            <a:r>
              <a:rPr lang="en"/>
              <a:t>Uwe Meding is the CS 581 TA</a:t>
            </a:r>
            <a:endParaRPr/>
          </a:p>
          <a:p>
            <a:pPr indent="-133032" lvl="1" marL="2921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Courier New"/>
              <a:buChar char="○"/>
            </a:pPr>
            <a:r>
              <a:rPr lang="en"/>
              <a:t>They both are helping test the tool and giving feedback</a:t>
            </a:r>
            <a:endParaRPr/>
          </a:p>
          <a:p>
            <a:pPr indent="-88106" lvl="0" marL="635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">
                <a:solidFill>
                  <a:srgbClr val="404040"/>
                </a:solidFill>
              </a:rPr>
              <a:t>Currently, the tool supports text based submissions. This includes discussions and short answer quiz questions.</a:t>
            </a:r>
            <a:endParaRPr>
              <a:solidFill>
                <a:srgbClr val="404040"/>
              </a:solidFill>
            </a:endParaRPr>
          </a:p>
          <a:p>
            <a:pPr indent="-88106" lvl="0" marL="635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">
                <a:solidFill>
                  <a:srgbClr val="404040"/>
                </a:solidFill>
              </a:rPr>
              <a:t>We</a:t>
            </a:r>
            <a:r>
              <a:rPr lang="en">
                <a:solidFill>
                  <a:srgbClr val="404040"/>
                </a:solidFill>
              </a:rPr>
              <a:t> are working on developing our system for </a:t>
            </a:r>
            <a:r>
              <a:rPr lang="en">
                <a:solidFill>
                  <a:srgbClr val="404040"/>
                </a:solidFill>
              </a:rPr>
              <a:t>AI- assisted scoring to include </a:t>
            </a:r>
            <a:r>
              <a:rPr lang="en">
                <a:solidFill>
                  <a:srgbClr val="404040"/>
                </a:solidFill>
              </a:rPr>
              <a:t>assignment submissions</a:t>
            </a:r>
            <a:endParaRPr>
              <a:solidFill>
                <a:srgbClr val="404040"/>
              </a:solidFill>
            </a:endParaRPr>
          </a:p>
          <a:p>
            <a:pPr indent="-133032" lvl="1" marL="2921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404040"/>
              </a:buClr>
              <a:buSzPct val="100000"/>
              <a:buChar char="○"/>
            </a:pPr>
            <a:r>
              <a:rPr lang="en">
                <a:solidFill>
                  <a:srgbClr val="404040"/>
                </a:solidFill>
              </a:rPr>
              <a:t>Assignments could be diagrams, excel spreadsheets, Word documents with a combination of text and images</a:t>
            </a:r>
            <a:endParaRPr>
              <a:solidFill>
                <a:srgbClr val="404040"/>
              </a:solidFill>
            </a:endParaRPr>
          </a:p>
          <a:p>
            <a:pPr indent="-88106" lvl="0" marL="635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">
                <a:solidFill>
                  <a:srgbClr val="404040"/>
                </a:solidFill>
              </a:rPr>
              <a:t>The primary objective of this project is extend our current </a:t>
            </a:r>
            <a:r>
              <a:rPr lang="en">
                <a:solidFill>
                  <a:srgbClr val="404040"/>
                </a:solidFill>
              </a:rPr>
              <a:t>system</a:t>
            </a:r>
            <a:r>
              <a:rPr lang="en">
                <a:solidFill>
                  <a:srgbClr val="404040"/>
                </a:solidFill>
              </a:rPr>
              <a:t> to build a function</a:t>
            </a:r>
            <a:r>
              <a:rPr lang="en">
                <a:solidFill>
                  <a:srgbClr val="404040"/>
                </a:solidFill>
              </a:rPr>
              <a:t>al tool for AI-assisted grading for </a:t>
            </a:r>
            <a:r>
              <a:rPr lang="en">
                <a:solidFill>
                  <a:srgbClr val="404040"/>
                </a:solidFill>
              </a:rPr>
              <a:t>assignments</a:t>
            </a:r>
            <a:r>
              <a:rPr lang="en">
                <a:solidFill>
                  <a:srgbClr val="404040"/>
                </a:solidFill>
              </a:rPr>
              <a:t>, and </a:t>
            </a:r>
            <a:r>
              <a:rPr lang="en">
                <a:solidFill>
                  <a:srgbClr val="404040"/>
                </a:solidFill>
              </a:rPr>
              <a:t>to improve the consistency and accuracy of AI-assisted grading for student submissions of all types</a:t>
            </a:r>
            <a:r>
              <a:rPr lang="en">
                <a:solidFill>
                  <a:srgbClr val="404040"/>
                </a:solidFill>
              </a:rPr>
              <a:t>.</a:t>
            </a:r>
            <a:endParaRPr>
              <a:solidFill>
                <a:srgbClr val="404040"/>
              </a:solidFill>
            </a:endParaRPr>
          </a:p>
          <a:p>
            <a:pPr indent="-138906" lvl="1" marL="29210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107142"/>
              <a:buFont typeface="Arial"/>
              <a:buChar char="○"/>
            </a:pPr>
            <a:r>
              <a:rPr b="1" lang="en">
                <a:solidFill>
                  <a:srgbClr val="404040"/>
                </a:solidFill>
              </a:rPr>
              <a:t>Sparks! objective will be slightly different and explained in a different slide </a:t>
            </a:r>
            <a:endParaRPr b="1">
              <a:solidFill>
                <a:srgbClr val="40404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Background on ETI’s Existing AI System</a:t>
            </a:r>
            <a:endParaRPr/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822960" y="1384300"/>
            <a:ext cx="7543800" cy="3017400"/>
          </a:xfrm>
          <a:prstGeom prst="rect">
            <a:avLst/>
          </a:prstGeom>
        </p:spPr>
        <p:txBody>
          <a:bodyPr anchorCtr="0" anchor="t" bIns="34275" lIns="0" spcFirstLastPara="1" rIns="0" wrap="square" tIns="34275">
            <a:normAutofit/>
          </a:bodyPr>
          <a:lstStyle/>
          <a:p>
            <a:pPr indent="-317500" lvl="0" marL="457200" rtl="0" algn="l">
              <a:spcBef>
                <a:spcPts val="90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We pull student submission data from Blackboard (can either be automatic or manual) and then send that data to </a:t>
            </a:r>
            <a:r>
              <a:rPr b="1" lang="en"/>
              <a:t>Azure AI Foundry</a:t>
            </a:r>
            <a:r>
              <a:rPr lang="en"/>
              <a:t> using APIs.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We host course materials and other relevant data for the AI to use as a reference to help the AI “grade”using technology called </a:t>
            </a:r>
            <a:r>
              <a:rPr b="1" lang="en"/>
              <a:t>Retrieval Augmented Generation (RAG).</a:t>
            </a:r>
            <a:endParaRPr b="1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We then collect the AI response from Azure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Response will contain a grade for the student and an explanation for the grade.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From there, we can send the grade to an Instructor/ TA for them to use as a reference for grading.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400"/>
              <a:buChar char="○"/>
            </a:pPr>
            <a:r>
              <a:rPr b="1" lang="en">
                <a:solidFill>
                  <a:srgbClr val="FF0000"/>
                </a:solidFill>
              </a:rPr>
              <a:t>No grades are automatically posted without “human review” (TAs, instructor)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the AI Tools are at Now</a:t>
            </a:r>
            <a:endParaRPr/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822950" y="1384300"/>
            <a:ext cx="7543800" cy="3254100"/>
          </a:xfrm>
          <a:prstGeom prst="rect">
            <a:avLst/>
          </a:prstGeom>
        </p:spPr>
        <p:txBody>
          <a:bodyPr anchorCtr="0" anchor="t" bIns="34275" lIns="0" spcFirstLastPara="1" rIns="0" wrap="square" tIns="34275">
            <a:normAutofit lnSpcReduction="20000"/>
          </a:bodyPr>
          <a:lstStyle/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6AA84F"/>
                </a:solidFill>
              </a:rPr>
              <a:t>Assessment Tool</a:t>
            </a:r>
            <a:endParaRPr b="1" sz="1700">
              <a:solidFill>
                <a:srgbClr val="6AA84F"/>
              </a:solidFill>
            </a:endParaRPr>
          </a:p>
          <a:p>
            <a:pPr indent="-323850" lvl="0" marL="457200" rtl="0" algn="l">
              <a:spcBef>
                <a:spcPts val="900"/>
              </a:spcBef>
              <a:spcAft>
                <a:spcPts val="0"/>
              </a:spcAft>
              <a:buSzPts val="1500"/>
              <a:buChar char="●"/>
            </a:pPr>
            <a:r>
              <a:rPr lang="en"/>
              <a:t>We have a prototype assessment tool for students but its not currently being used in CS 581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Only short/ essay question answers (non machine gradable) are sent through AI for grading</a:t>
            </a:r>
            <a:endParaRPr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b="1" lang="en"/>
              <a:t>For Spring 2026 </a:t>
            </a:r>
            <a:r>
              <a:rPr lang="en"/>
              <a:t>CS 581 quiz submissions are being pulled manually from Blackboard and ETI is storing AI responses</a:t>
            </a:r>
            <a:endParaRPr b="1"/>
          </a:p>
          <a:p>
            <a:pPr indent="-323850" lvl="1" marL="13716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/>
              <a:t>So, no UI is needed or being used at the moment, since </a:t>
            </a:r>
            <a:r>
              <a:rPr lang="en"/>
              <a:t>it's</a:t>
            </a:r>
            <a:r>
              <a:rPr lang="en"/>
              <a:t> all within Blackboard </a:t>
            </a:r>
            <a:endParaRPr/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6AA84F"/>
                </a:solidFill>
              </a:rPr>
              <a:t>Discussion </a:t>
            </a:r>
            <a:r>
              <a:rPr b="1" lang="en" sz="1700">
                <a:solidFill>
                  <a:srgbClr val="6AA84F"/>
                </a:solidFill>
              </a:rPr>
              <a:t>Tool</a:t>
            </a:r>
            <a:endParaRPr b="1" sz="1700">
              <a:solidFill>
                <a:srgbClr val="6AA84F"/>
              </a:solidFill>
            </a:endParaRPr>
          </a:p>
          <a:p>
            <a:pPr indent="-323850" lvl="0" marL="457200" rtl="0" algn="l">
              <a:spcBef>
                <a:spcPts val="900"/>
              </a:spcBef>
              <a:spcAft>
                <a:spcPts val="0"/>
              </a:spcAft>
              <a:buSzPts val="1500"/>
              <a:buChar char="●"/>
            </a:pPr>
            <a:r>
              <a:rPr lang="en"/>
              <a:t>We are piloting our Discussion tool in another MET course, all discussions are pulled automatically using Blackboard APIs.</a:t>
            </a:r>
            <a:endParaRPr/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FF0000"/>
                </a:solidFill>
              </a:rPr>
              <a:t>Assignment Tool</a:t>
            </a:r>
            <a:endParaRPr b="1" sz="1700">
              <a:solidFill>
                <a:srgbClr val="FF0000"/>
              </a:solidFill>
            </a:endParaRPr>
          </a:p>
          <a:p>
            <a:pPr indent="-323850" lvl="0" marL="457200" rtl="0" algn="l">
              <a:spcBef>
                <a:spcPts val="900"/>
              </a:spcBef>
              <a:spcAft>
                <a:spcPts val="0"/>
              </a:spcAft>
              <a:buSzPts val="1500"/>
              <a:buChar char="●"/>
            </a:pPr>
            <a:r>
              <a:rPr lang="en"/>
              <a:t>Our current tool can only process text-only assignments, which doesn’t fit CS 581 use case.</a:t>
            </a:r>
            <a:endParaRPr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/>
              <a:t>Mostly all assignments in this course are excel files, diagrams, visio charts.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So, cannot be used in CS 581 at the moment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Spark Scope of Work</a:t>
            </a:r>
            <a:endParaRPr/>
          </a:p>
        </p:txBody>
      </p:sp>
      <p:sp>
        <p:nvSpPr>
          <p:cNvPr id="266" name="Google Shape;266;p41"/>
          <p:cNvSpPr txBox="1"/>
          <p:nvPr>
            <p:ph idx="1" type="body"/>
          </p:nvPr>
        </p:nvSpPr>
        <p:spPr>
          <a:xfrm>
            <a:off x="822960" y="1384300"/>
            <a:ext cx="7543800" cy="3017400"/>
          </a:xfrm>
          <a:prstGeom prst="rect">
            <a:avLst/>
          </a:prstGeom>
        </p:spPr>
        <p:txBody>
          <a:bodyPr anchorCtr="0" anchor="t" bIns="34275" lIns="0" spcFirstLastPara="1" rIns="0" wrap="square" tIns="34275">
            <a:normAutofit/>
          </a:bodyPr>
          <a:lstStyle/>
          <a:p>
            <a:pPr indent="-336550" lvl="0" marL="457200" rtl="0" algn="l">
              <a:spcBef>
                <a:spcPts val="900"/>
              </a:spcBef>
              <a:spcAft>
                <a:spcPts val="0"/>
              </a:spcAft>
              <a:buSzPts val="1700"/>
              <a:buChar char="●"/>
            </a:pPr>
            <a:r>
              <a:rPr lang="en" sz="1800"/>
              <a:t>The Spark! Team will not be doing any work within Blackboard.</a:t>
            </a:r>
            <a:endParaRPr sz="18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800"/>
              <a:t>The Spark! Team will also not have access to ETI’s backend or Azure </a:t>
            </a:r>
            <a:r>
              <a:rPr lang="en" sz="1800"/>
              <a:t>environment</a:t>
            </a:r>
            <a:r>
              <a:rPr lang="en" sz="1800"/>
              <a:t>.</a:t>
            </a:r>
            <a:endParaRPr sz="18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800"/>
              <a:t>Ideally, Spark! Will research in their own </a:t>
            </a:r>
            <a:r>
              <a:rPr lang="en" sz="1800"/>
              <a:t>environments</a:t>
            </a:r>
            <a:r>
              <a:rPr lang="en" sz="1800"/>
              <a:t>. </a:t>
            </a:r>
            <a:endParaRPr sz="1800"/>
          </a:p>
          <a:p>
            <a:pPr indent="0" lvl="0" marL="0" rtl="0" algn="l">
              <a:spcBef>
                <a:spcPts val="900"/>
              </a:spcBef>
              <a:spcAft>
                <a:spcPts val="200"/>
              </a:spcAft>
              <a:buNone/>
            </a:pPr>
            <a:r>
              <a:t/>
            </a:r>
            <a:endParaRPr b="1" sz="18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2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Spark Requirements Background </a:t>
            </a:r>
            <a:endParaRPr/>
          </a:p>
        </p:txBody>
      </p:sp>
      <p:sp>
        <p:nvSpPr>
          <p:cNvPr id="272" name="Google Shape;272;p42"/>
          <p:cNvSpPr txBox="1"/>
          <p:nvPr>
            <p:ph idx="1" type="body"/>
          </p:nvPr>
        </p:nvSpPr>
        <p:spPr>
          <a:xfrm>
            <a:off x="822960" y="1384300"/>
            <a:ext cx="7543800" cy="3017400"/>
          </a:xfrm>
          <a:prstGeom prst="rect">
            <a:avLst/>
          </a:prstGeom>
        </p:spPr>
        <p:txBody>
          <a:bodyPr anchorCtr="0" anchor="t" bIns="34275" lIns="0" spcFirstLastPara="1" rIns="0" wrap="square" tIns="34275">
            <a:noAutofit/>
          </a:bodyPr>
          <a:lstStyle/>
          <a:p>
            <a:pPr indent="-33020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●"/>
            </a:pPr>
            <a:r>
              <a:rPr lang="en" sz="1600">
                <a:solidFill>
                  <a:schemeClr val="dk1"/>
                </a:solidFill>
              </a:rPr>
              <a:t>Our </a:t>
            </a:r>
            <a:r>
              <a:rPr lang="en" sz="1600">
                <a:solidFill>
                  <a:schemeClr val="dk1"/>
                </a:solidFill>
              </a:rPr>
              <a:t>team has identified a key limitation in Azure AI Foundry’s file reading capabilities. </a:t>
            </a:r>
            <a:endParaRPr sz="1600">
              <a:solidFill>
                <a:schemeClr val="dk1"/>
              </a:solidFill>
            </a:endParaRPr>
          </a:p>
          <a:p>
            <a:pPr indent="-3302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AutoNum type="alphaLcPeriod"/>
            </a:pPr>
            <a:r>
              <a:rPr lang="en" sz="1600">
                <a:solidFill>
                  <a:schemeClr val="dk1"/>
                </a:solidFill>
              </a:rPr>
              <a:t>Azure can extract text from PDFs and slides, including text embedded in images when preserved in the file, but cannot reliably interpret or summarize images that do not contain text. </a:t>
            </a:r>
            <a:endParaRPr sz="1600">
              <a:solidFill>
                <a:schemeClr val="dk1"/>
              </a:solidFill>
            </a:endParaRPr>
          </a:p>
          <a:p>
            <a:pPr indent="-3302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AutoNum type="alphaLcPeriod"/>
            </a:pPr>
            <a:r>
              <a:rPr lang="en" sz="1600">
                <a:solidFill>
                  <a:schemeClr val="dk1"/>
                </a:solidFill>
              </a:rPr>
              <a:t>Since CS 581 includes course materials and assignment submissions that are often Excel-based and diagram/image-based, this limitation is stopping us from using AI to grade assignments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●"/>
            </a:pPr>
            <a:r>
              <a:rPr lang="en" sz="1600">
                <a:solidFill>
                  <a:schemeClr val="dk1"/>
                </a:solidFill>
              </a:rPr>
              <a:t>This semester, we will continue the grading pilot while focusing on selecting and implementing an AI platform that can reliably handle </a:t>
            </a:r>
            <a:r>
              <a:rPr b="1" lang="en" sz="1600">
                <a:solidFill>
                  <a:schemeClr val="dk1"/>
                </a:solidFill>
              </a:rPr>
              <a:t>all course materials and assignment submissions</a:t>
            </a:r>
            <a:r>
              <a:rPr lang="en" sz="1600">
                <a:solidFill>
                  <a:schemeClr val="dk1"/>
                </a:solidFill>
              </a:rPr>
              <a:t> (PDFs with images, Excel files, and image/diagram submissions)</a:t>
            </a:r>
            <a:endParaRPr b="1" sz="16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3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Spark Requirements Background </a:t>
            </a:r>
            <a:endParaRPr/>
          </a:p>
        </p:txBody>
      </p:sp>
      <p:sp>
        <p:nvSpPr>
          <p:cNvPr id="278" name="Google Shape;278;p43"/>
          <p:cNvSpPr txBox="1"/>
          <p:nvPr>
            <p:ph idx="1" type="body"/>
          </p:nvPr>
        </p:nvSpPr>
        <p:spPr>
          <a:xfrm>
            <a:off x="822960" y="1384300"/>
            <a:ext cx="7543800" cy="3017400"/>
          </a:xfrm>
          <a:prstGeom prst="rect">
            <a:avLst/>
          </a:prstGeom>
        </p:spPr>
        <p:txBody>
          <a:bodyPr anchorCtr="0" anchor="t" bIns="34275" lIns="0" spcFirstLastPara="1" rIns="0" wrap="square" tIns="34275">
            <a:normAutofit/>
          </a:bodyPr>
          <a:lstStyle/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b="1" sz="1600"/>
          </a:p>
          <a:p>
            <a:pPr indent="-330200" lvl="0" marL="45720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b="1" lang="en" sz="1600">
                <a:solidFill>
                  <a:schemeClr val="dk1"/>
                </a:solidFill>
                <a:highlight>
                  <a:srgbClr val="FFFFFF"/>
                </a:highlight>
              </a:rPr>
              <a:t>The main goal for Spark is </a:t>
            </a:r>
            <a:r>
              <a:rPr b="1" lang="en" sz="1600">
                <a:solidFill>
                  <a:schemeClr val="dk1"/>
                </a:solidFill>
                <a:highlight>
                  <a:srgbClr val="FFFFFF"/>
                </a:highlight>
              </a:rPr>
              <a:t>find a new tool which can interpret CS 581 files as is</a:t>
            </a:r>
            <a:r>
              <a:rPr b="1" lang="en" sz="1600">
                <a:solidFill>
                  <a:schemeClr val="dk1"/>
                </a:solidFill>
                <a:highlight>
                  <a:srgbClr val="FFFFFF"/>
                </a:highlight>
              </a:rPr>
              <a:t> (both for a query and for RAG)</a:t>
            </a:r>
            <a:endParaRPr b="1" sz="16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>
                <a:solidFill>
                  <a:schemeClr val="dk1"/>
                </a:solidFill>
                <a:highlight>
                  <a:srgbClr val="FFFFFF"/>
                </a:highlight>
              </a:rPr>
              <a:t>We want to parse Blackboard data (student submissions, lecture material, previous semester student submissions, etc.) in a way that RAG system can read. Our main concern is that existing files are not readable using RAG, either in Azure or other tools. </a:t>
            </a:r>
            <a:endParaRPr sz="16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>
                <a:solidFill>
                  <a:schemeClr val="dk1"/>
                </a:solidFill>
                <a:highlight>
                  <a:srgbClr val="FFFFFF"/>
                </a:highlight>
              </a:rPr>
              <a:t>As a backup, if no tools can interpret files as is, we would like Spark to create an application to convert all lecture and student submissions to outputs interpretable by both a query to the AI and RAG. This output may need to be word documents or text.</a:t>
            </a:r>
            <a:endParaRPr b="1" sz="16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4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Spark Requirements </a:t>
            </a:r>
            <a:endParaRPr/>
          </a:p>
        </p:txBody>
      </p:sp>
      <p:sp>
        <p:nvSpPr>
          <p:cNvPr id="284" name="Google Shape;284;p44"/>
          <p:cNvSpPr txBox="1"/>
          <p:nvPr>
            <p:ph idx="1" type="body"/>
          </p:nvPr>
        </p:nvSpPr>
        <p:spPr>
          <a:xfrm>
            <a:off x="822950" y="1384300"/>
            <a:ext cx="7543800" cy="3258300"/>
          </a:xfrm>
          <a:prstGeom prst="rect">
            <a:avLst/>
          </a:prstGeom>
        </p:spPr>
        <p:txBody>
          <a:bodyPr anchorCtr="0" anchor="t" bIns="34275" lIns="0" spcFirstLastPara="1" rIns="0" wrap="square" tIns="342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</a:rPr>
              <a:t>First Task: </a:t>
            </a:r>
            <a:r>
              <a:rPr b="1" lang="en" sz="1400">
                <a:solidFill>
                  <a:schemeClr val="dk1"/>
                </a:solidFill>
              </a:rPr>
              <a:t>Research and Tool Comparison </a:t>
            </a:r>
            <a:endParaRPr b="1" sz="14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The team will evaluate multiple AI platforms/tools to determine which best supports CS 581 needs, especially image and excel interpretation.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I will provided three representative CS 581 files:</a:t>
            </a:r>
            <a:endParaRPr sz="1200">
              <a:solidFill>
                <a:schemeClr val="dk1"/>
              </a:solidFill>
            </a:endParaRPr>
          </a:p>
          <a:p>
            <a:pPr indent="-304800" lvl="0" marL="9144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b="1" lang="en" sz="1200">
                <a:solidFill>
                  <a:schemeClr val="dk1"/>
                </a:solidFill>
              </a:rPr>
              <a:t>One Excel file</a:t>
            </a:r>
            <a:r>
              <a:rPr lang="en" sz="1200">
                <a:solidFill>
                  <a:schemeClr val="dk1"/>
                </a:solidFill>
              </a:rPr>
              <a:t> (2 good e</a:t>
            </a:r>
            <a:r>
              <a:rPr lang="en" sz="1200">
                <a:solidFill>
                  <a:schemeClr val="dk1"/>
                </a:solidFill>
              </a:rPr>
              <a:t>xamples of student submissions for an excel assignment, 1 bad</a:t>
            </a:r>
            <a:r>
              <a:rPr lang="en" sz="1200">
                <a:solidFill>
                  <a:schemeClr val="dk1"/>
                </a:solidFill>
              </a:rPr>
              <a:t>)</a:t>
            </a:r>
            <a:endParaRPr sz="1200">
              <a:solidFill>
                <a:schemeClr val="dk1"/>
              </a:solidFill>
            </a:endParaRPr>
          </a:p>
          <a:p>
            <a:pPr indent="-30480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b="1" lang="en" sz="1200">
                <a:solidFill>
                  <a:schemeClr val="dk1"/>
                </a:solidFill>
              </a:rPr>
              <a:t>One image submission</a:t>
            </a:r>
            <a:r>
              <a:rPr lang="en" sz="1200">
                <a:solidFill>
                  <a:schemeClr val="dk1"/>
                </a:solidFill>
              </a:rPr>
              <a:t> (2 good examples of student submissions for a diagram assignment, 1 bad, exported as PDF)</a:t>
            </a:r>
            <a:endParaRPr sz="1200">
              <a:solidFill>
                <a:schemeClr val="dk1"/>
              </a:solidFill>
            </a:endParaRPr>
          </a:p>
          <a:p>
            <a:pPr indent="-30480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b="1" lang="en" sz="1200">
                <a:solidFill>
                  <a:schemeClr val="dk1"/>
                </a:solidFill>
              </a:rPr>
              <a:t>Six lecture PDFs</a:t>
            </a:r>
            <a:r>
              <a:rPr lang="en" sz="1200">
                <a:solidFill>
                  <a:schemeClr val="dk1"/>
                </a:solidFill>
              </a:rPr>
              <a:t> (“Principal Lectures”) containing a mix of text and images. We also have HTML as a backup.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The team will run a structured comparison across tools, documenting:</a:t>
            </a:r>
            <a:endParaRPr sz="1200">
              <a:solidFill>
                <a:schemeClr val="dk1"/>
              </a:solidFill>
            </a:endParaRPr>
          </a:p>
          <a:p>
            <a:pPr indent="-304800" lvl="0" marL="9144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whether the tool can read and interpret each file type correctly.</a:t>
            </a:r>
            <a:endParaRPr sz="1200">
              <a:solidFill>
                <a:schemeClr val="dk1"/>
              </a:solidFill>
            </a:endParaRPr>
          </a:p>
          <a:p>
            <a:pPr indent="-30480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whether the tool can interpret all </a:t>
            </a:r>
            <a:r>
              <a:rPr lang="en" sz="1200">
                <a:solidFill>
                  <a:schemeClr val="dk1"/>
                </a:solidFill>
              </a:rPr>
              <a:t>content (text and images) in </a:t>
            </a:r>
            <a:r>
              <a:rPr lang="en" sz="1200">
                <a:solidFill>
                  <a:schemeClr val="dk1"/>
                </a:solidFill>
              </a:rPr>
              <a:t>lecture PDFs using RAG.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45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Spark Requirements </a:t>
            </a:r>
            <a:endParaRPr/>
          </a:p>
        </p:txBody>
      </p:sp>
      <p:sp>
        <p:nvSpPr>
          <p:cNvPr id="290" name="Google Shape;290;p45"/>
          <p:cNvSpPr txBox="1"/>
          <p:nvPr>
            <p:ph idx="1" type="body"/>
          </p:nvPr>
        </p:nvSpPr>
        <p:spPr>
          <a:xfrm>
            <a:off x="822960" y="1384300"/>
            <a:ext cx="7543800" cy="3017400"/>
          </a:xfrm>
          <a:prstGeom prst="rect">
            <a:avLst/>
          </a:prstGeom>
        </p:spPr>
        <p:txBody>
          <a:bodyPr anchorCtr="0" anchor="t" bIns="34275" lIns="0" spcFirstLastPara="1" rIns="0" wrap="square" tIns="3427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</a:rPr>
              <a:t>Phase 2: Environment Setup and Configuration</a:t>
            </a:r>
            <a:endParaRPr b="1"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</a:rPr>
              <a:t>After selecting a platform, the team will:</a:t>
            </a:r>
            <a:endParaRPr sz="1400">
              <a:solidFill>
                <a:schemeClr val="dk1"/>
              </a:solidFill>
            </a:endParaRPr>
          </a:p>
          <a:p>
            <a:pPr indent="-317500" lvl="0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</a:pPr>
            <a:r>
              <a:rPr lang="en" sz="1400">
                <a:solidFill>
                  <a:schemeClr val="dk1"/>
                </a:solidFill>
              </a:rPr>
              <a:t>set up a </a:t>
            </a:r>
            <a:r>
              <a:rPr b="1" lang="en" sz="1400">
                <a:solidFill>
                  <a:schemeClr val="dk1"/>
                </a:solidFill>
              </a:rPr>
              <a:t>local testing environment </a:t>
            </a:r>
            <a:r>
              <a:rPr lang="en" sz="1400">
                <a:solidFill>
                  <a:schemeClr val="dk1"/>
                </a:solidFill>
              </a:rPr>
              <a:t>in chosen AI tool, and build a system that uses that platform’s API</a:t>
            </a:r>
            <a:endParaRPr sz="1400">
              <a:solidFill>
                <a:schemeClr val="dk1"/>
              </a:solidFill>
            </a:endParaRPr>
          </a:p>
          <a:p>
            <a:pPr indent="-3175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Test grading with the sample submissions, using RAG for lecture materials.</a:t>
            </a:r>
            <a:endParaRPr sz="14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6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Spark Requirements </a:t>
            </a:r>
            <a:endParaRPr/>
          </a:p>
        </p:txBody>
      </p:sp>
      <p:sp>
        <p:nvSpPr>
          <p:cNvPr id="296" name="Google Shape;296;p46"/>
          <p:cNvSpPr txBox="1"/>
          <p:nvPr>
            <p:ph idx="1" type="body"/>
          </p:nvPr>
        </p:nvSpPr>
        <p:spPr>
          <a:xfrm>
            <a:off x="822960" y="1384300"/>
            <a:ext cx="7543800" cy="3017400"/>
          </a:xfrm>
          <a:prstGeom prst="rect">
            <a:avLst/>
          </a:prstGeom>
        </p:spPr>
        <p:txBody>
          <a:bodyPr anchorCtr="0" anchor="t" bIns="34275" lIns="0" spcFirstLastPara="1" rIns="0" wrap="square" tIns="34275">
            <a:normAutofit lnSpcReduction="1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1"/>
                </a:solidFill>
              </a:rPr>
              <a:t>Phase 3: Pilot Support and Iteration (Live Course Data)</a:t>
            </a:r>
            <a:endParaRPr sz="1600">
              <a:solidFill>
                <a:srgbClr val="666666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Once the environment is running, the team will support active CS 581 pilots by:</a:t>
            </a:r>
            <a:endParaRPr sz="1600">
              <a:solidFill>
                <a:schemeClr val="dk1"/>
              </a:solidFill>
            </a:endParaRPr>
          </a:p>
          <a:p>
            <a:pPr indent="-330200" lvl="0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●"/>
            </a:pPr>
            <a:r>
              <a:rPr lang="en" sz="1600">
                <a:solidFill>
                  <a:schemeClr val="dk1"/>
                </a:solidFill>
              </a:rPr>
              <a:t>continuing to improve grading for short-answer assessments</a:t>
            </a:r>
            <a:endParaRPr sz="1600">
              <a:solidFill>
                <a:schemeClr val="dk1"/>
              </a:solidFill>
            </a:endParaRPr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●"/>
            </a:pPr>
            <a:r>
              <a:rPr lang="en" sz="1600">
                <a:solidFill>
                  <a:schemeClr val="dk1"/>
                </a:solidFill>
              </a:rPr>
              <a:t>expanding analysis into discussion posts</a:t>
            </a:r>
            <a:endParaRPr sz="1600">
              <a:solidFill>
                <a:schemeClr val="dk1"/>
              </a:solidFill>
            </a:endParaRPr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●"/>
            </a:pPr>
            <a:r>
              <a:rPr lang="en" sz="1600">
                <a:solidFill>
                  <a:schemeClr val="dk1"/>
                </a:solidFill>
              </a:rPr>
              <a:t>configuring and testing grading support for Excel assignments and diagram/image submissions</a:t>
            </a:r>
            <a:endParaRPr sz="1600">
              <a:solidFill>
                <a:schemeClr val="dk1"/>
              </a:solidFill>
            </a:endParaRPr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comparing AI outputs to facilitator/instructor grading and documenting improvements over time</a:t>
            </a:r>
            <a:endParaRPr sz="1600">
              <a:solidFill>
                <a:schemeClr val="dk1"/>
              </a:solidFill>
            </a:endParaRPr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recording any changes made to the environment, prompts, rubrics, or workflow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7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</a:t>
            </a:r>
            <a:endParaRPr/>
          </a:p>
        </p:txBody>
      </p:sp>
      <p:sp>
        <p:nvSpPr>
          <p:cNvPr id="302" name="Google Shape;302;p47"/>
          <p:cNvSpPr txBox="1"/>
          <p:nvPr>
            <p:ph idx="1" type="body"/>
          </p:nvPr>
        </p:nvSpPr>
        <p:spPr>
          <a:xfrm>
            <a:off x="800110" y="1346050"/>
            <a:ext cx="7543800" cy="3017400"/>
          </a:xfrm>
          <a:prstGeom prst="rect">
            <a:avLst/>
          </a:prstGeom>
        </p:spPr>
        <p:txBody>
          <a:bodyPr anchorCtr="0" anchor="t" bIns="34275" lIns="0" spcFirstLastPara="1" rIns="0" wrap="square" tIns="34275">
            <a:normAutofit/>
          </a:bodyPr>
          <a:lstStyle/>
          <a:p>
            <a:pPr indent="-317500" lvl="0" marL="457200" rtl="0" algn="l">
              <a:spcBef>
                <a:spcPts val="90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All files are on the Google Drive (</a:t>
            </a:r>
            <a:r>
              <a:rPr lang="en" u="sng">
                <a:solidFill>
                  <a:schemeClr val="hlink"/>
                </a:solidFill>
                <a:hlinkClick r:id="rId3"/>
              </a:rPr>
              <a:t>BU MET -&gt; Spring 2026</a:t>
            </a:r>
            <a:r>
              <a:rPr lang="en"/>
              <a:t>)</a:t>
            </a:r>
            <a:endParaRPr b="1"/>
          </a:p>
          <a:p>
            <a:pPr indent="0" lvl="0" marL="457200" rtl="0" algn="l">
              <a:spcBef>
                <a:spcPts val="900"/>
              </a:spcBef>
              <a:spcAft>
                <a:spcPts val="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Retrospect">
  <a:themeElements>
    <a:clrScheme name="Retrospect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Retrospect">
  <a:themeElements>
    <a:clrScheme name="Retrospect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